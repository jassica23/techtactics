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011680"/>
            <a:ext cx="7315200" cy="22860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/>
            </a:pPr>
            <a:r>
              <a:t>TechTactics</a:t>
            </a:r>
          </a:p>
          <a:p>
            <a:pPr algn="ctr">
              <a:defRPr sz="2000"/>
            </a:pPr>
            <a:r>
              <a:t>Structured Program Design Platform</a:t>
            </a:r>
          </a:p>
          <a:p>
            <a:pPr algn="ctr">
              <a:defRPr sz="1600"/>
            </a:pPr>
            <a:r>
              <a:t>Turning ideas into clear Logical 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8229600" cy="45720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Education NGOs know the problems they want to solve, but struggle to design programs clearly.</a:t>
            </a:r>
          </a:p>
          <a:p>
            <a:pPr>
              <a:defRPr sz="1800"/>
            </a:pPr>
            <a:r>
              <a:t>Ideas remain unstructured and disconnected from outcomes and indicators.</a:t>
            </a:r>
          </a:p>
          <a:p>
            <a:pPr>
              <a:defRPr sz="1800"/>
            </a:pPr>
            <a:r>
              <a:t>Heavy dependency on consultants for basic program design.</a:t>
            </a:r>
          </a:p>
          <a:p>
            <a:pPr>
              <a:defRPr sz="1800"/>
            </a:pPr>
            <a:r>
              <a:t>Poor structure leads to weak implementation and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Why Existing Approaches Fail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8229600" cy="45720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Blank-page planning creates confusion.</a:t>
            </a:r>
          </a:p>
          <a:p>
            <a:pPr>
              <a:defRPr sz="1800"/>
            </a:pPr>
            <a:r>
              <a:t>Static Word/PDF documents lack guidance.</a:t>
            </a:r>
          </a:p>
          <a:p>
            <a:pPr>
              <a:defRPr sz="1800"/>
            </a:pPr>
            <a:r>
              <a:t>Training workshops focus on theory, not application.</a:t>
            </a:r>
          </a:p>
          <a:p>
            <a:pPr>
              <a:defRPr sz="1800"/>
            </a:pPr>
            <a:r>
              <a:t>No standard structure across organizations.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Our Solution – TechTactics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8229600" cy="45720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TechTactics is a guided Logical Framework builder.</a:t>
            </a:r>
          </a:p>
          <a:p>
            <a:pPr>
              <a:defRPr sz="1800"/>
            </a:pPr>
            <a:r>
              <a:t>It helps users convert unstructured ideas into structured program designs.</a:t>
            </a:r>
          </a:p>
          <a:p>
            <a:pPr>
              <a:defRPr sz="1800"/>
            </a:pPr>
            <a:r>
              <a:t>The platform enforces logical thinking step-by-step.</a:t>
            </a:r>
          </a:p>
          <a:p>
            <a:pPr>
              <a:defRPr sz="1800"/>
            </a:pPr>
            <a:r>
              <a:t>Outputs are review-ready and easy to evaluate.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How It Works (5-Step Flow)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8229600" cy="45720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Step 1: Define the core problem clearly.</a:t>
            </a:r>
          </a:p>
          <a:p>
            <a:pPr>
              <a:defRPr sz="1800"/>
            </a:pPr>
            <a:r>
              <a:t>Step 2: Identify student-level outcomes.</a:t>
            </a:r>
          </a:p>
          <a:p>
            <a:pPr>
              <a:defRPr sz="1800"/>
            </a:pPr>
            <a:r>
              <a:t>Step 3: Map activities linked to outcomes.</a:t>
            </a:r>
          </a:p>
          <a:p>
            <a:pPr>
              <a:defRPr sz="1800"/>
            </a:pPr>
            <a:r>
              <a:t>Step 4: Identify stakeholders and their roles.</a:t>
            </a:r>
          </a:p>
          <a:p>
            <a:pPr>
              <a:defRPr sz="1800"/>
            </a:pPr>
            <a:r>
              <a:t>Step 5: Define indicators to measure success.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What Makes This Innovative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8229600" cy="45720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Encodes expert program-design thinking into a system.</a:t>
            </a:r>
          </a:p>
          <a:p>
            <a:pPr>
              <a:defRPr sz="1800"/>
            </a:pPr>
            <a:r>
              <a:t>Reduces dependency on human experts.</a:t>
            </a:r>
          </a:p>
          <a:p>
            <a:pPr>
              <a:defRPr sz="1800"/>
            </a:pPr>
            <a:r>
              <a:t>Ensures alignment from problem to impact.</a:t>
            </a:r>
          </a:p>
          <a:p>
            <a:pPr>
              <a:defRPr sz="1800"/>
            </a:pPr>
            <a:r>
              <a:t>Scales program design capability across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Impact &amp;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8229600" cy="45720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50–60% reduction in program design time.</a:t>
            </a:r>
          </a:p>
          <a:p>
            <a:pPr>
              <a:defRPr sz="1800"/>
            </a:pPr>
            <a:r>
              <a:t>Clear and structured proposals for funders.</a:t>
            </a:r>
          </a:p>
          <a:p>
            <a:pPr>
              <a:defRPr sz="1800"/>
            </a:pPr>
            <a:r>
              <a:t>Better alignment between planning and execution.</a:t>
            </a:r>
          </a:p>
          <a:p>
            <a:pPr>
              <a:defRPr sz="1800"/>
            </a:pPr>
            <a:r>
              <a:t>Improved monitoring and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8229600" cy="45720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Good programs start with good design.</a:t>
            </a:r>
          </a:p>
          <a:p>
            <a:pPr>
              <a:defRPr sz="1800"/>
            </a:pPr>
            <a:r>
              <a:t>Structure improves clarity and impact.</a:t>
            </a:r>
          </a:p>
          <a:p>
            <a:pPr>
              <a:defRPr sz="1800"/>
            </a:pPr>
            <a:r>
              <a:t>TechTactics democratizes program design skills.</a:t>
            </a:r>
          </a:p>
          <a:p>
            <a:pPr>
              <a:defRPr sz="1800"/>
            </a:pPr>
            <a:r>
              <a:t>From ideas → structure →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